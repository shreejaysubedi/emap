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EMAP DATASET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Arousal from EEG Topomaps with a CNN + Bi-LSTM Ensemble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Scalp topomaps from the 64-channel band-power features, a model for within-trial change, and a small ensemble.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Submitter: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Shreejay Subedi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Mentor: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Saurav K. Aryal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CEC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64-channel EEG</a:t>
            </a:r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frequency bands</a:t>
            </a:r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peripheral signals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557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0.5-second bin has 64 EEG channels with 4 band powers each, plus 4 peripheral signals. We lay the 64x4 EEG values out as a 24x24 picture of the scalp using the standard 10-20 electrode positions (mne-python) and inverse-distance interpolation between electrodes.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branches per bin:</a:t>
            </a:r>
            <a:endParaRPr lang="en-US" sz="1400" dirty="0"/>
          </a:p>
          <a:p>
            <a:pPr lvl="1" marL="685800" indent="-342900">
              <a:lnSpc>
                <a:spcPct val="112000"/>
              </a:lnSpc>
              <a:spcAft>
                <a:spcPts val="400"/>
              </a:spcAft>
              <a:buSzPct val="100000"/>
              <a:buChar char="◦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2-D CNN reads the scalp picture and produces a 64-dim embedding.</a:t>
            </a:r>
            <a:endParaRPr lang="en-US" sz="1400" dirty="0"/>
          </a:p>
          <a:p>
            <a:pPr lvl="1" marL="685800" indent="-342900">
              <a:lnSpc>
                <a:spcPct val="112000"/>
              </a:lnSpc>
              <a:spcAft>
                <a:spcPts val="400"/>
              </a:spcAft>
              <a:buSzPct val="100000"/>
              <a:buChar char="◦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MLP reads the raw 260 features plus per-band statistics, short differences of the peripheral signals, and where the bin sits in its trial.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branches are added and passed through a 2-layer bidirectional LSTM, then a linear head outputs arousal (clipped to [0,1]).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is trained to predict only the within-trial change (arousal minus the trial average) so it can focus on the moment-to-moment shape; the average is added back at prediction time.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loop-quartile feature marks which of the 4 video repetitions a bin belongs to. On its own it lowered a model from 0.3126 to 0.3045 in a single-change test.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48x48 topomap was used for the within-trial model; the weight search preferred it over the 24x24 version.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arousal prediction: a weighted average (weights fit on validation) of three models, then light per-trial smoothing and a small variance correction.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and GSR are predicted separately by gradient-boosted models, each with feature selection (a univariate F-test filter and LightGBM gain importance). The target is never used to predict itself.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selected_features.csv lists the features chosen for each target. Selection did not hurt accuracy and helped arousal slightly (0.3158 to 0.3123 with the boosted model).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prediction.py, model.py, model_v2.py, model_assets/, training_code/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29 held-out participants, 696 trials, 84,019 bins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577840" cy="310896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three targets (RMSE)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212080" cy="13716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12801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Mean-pred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Arousal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rate (BPM)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1.0e-5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1.0e-5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0632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Arousal beats the mean baseline; HR and GSR sit at it. Across 4 algorithms x 5 feature views (~34 models), best HR R2 = 0.02 and GSR R2 = 0 — the 0.5-s averages keep little fast dynamics. Arousal path: mean 0.3226, LightGBM 0.3150, CNN+Bi-LSTM 0.3111, ensemble 0.3055.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109728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(low vs high at 0.5)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binary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1965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0.6609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818388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83880" y="1965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0.5980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996696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966960" y="1965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0.6020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400800" y="32004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a univariate F-test filter and LightGBM gain importance, applied per target. Kept 80 (arousal), 43 (HR), 80 (GSR) of 264 features; listed in selected_features.csv.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38912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error comes from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48463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split the error into the trial mean (overall level) and the within-trial shape: RMSE² ≈ trial_mean² + within_trial². On validation that is 0.264 and 0.155, which matches the 0.306 total.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within-trial part is near its limit here. Our best within-trial model reaches 0.154, and ensembling did not improve it.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error is in the trial mean. A constant, ridge and boosted models on trial summaries, a per-subject context model, and a transformer over all 24 of a participant’s trials all landed near 0.27, about the level of guessing the global average.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true trial means, our within-trial predictions would reach about 0.15 RMSE, so the remaining error is almost entirely in the trial mean.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overall level seems to sit in the raw EEG waveform, which is averaged out when each 0.5 s window becomes four band-power numbers.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EMAP Submission</dc:title>
  <dc:subject>PptxGenJS Presentation</dc:subject>
  <dc:creator>PptxGenJS</dc:creator>
  <cp:lastModifiedBy>PptxGenJS</cp:lastModifiedBy>
  <cp:revision>1</cp:revision>
  <dcterms:created xsi:type="dcterms:W3CDTF">2026-06-14T21:26:21Z</dcterms:created>
  <dcterms:modified xsi:type="dcterms:W3CDTF">2026-06-14T21:26:21Z</dcterms:modified>
</cp:coreProperties>
</file>